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Função do Game Designer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Resumo minimalista das etapas de produção de um jogo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de Produção de um Jogo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Pré-produção: Planejamento, mecânicas, história, arte e marketing</a:t>
            </a:r>
          </a:p>
          <a:p>
            <a:r>
              <a:t>2. Produção: Arte, animações, áudio e programação</a:t>
            </a:r>
          </a:p>
          <a:p>
            <a:r>
              <a:t>3. Testes e Lançamento: Testes internos/externos, correção de bugs e melhorias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Pré-produção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Definir mecânicas e narrativa</a:t>
            </a:r>
          </a:p>
          <a:p>
            <a:r>
              <a:t>- Criar conceitos de arte e design de níveis</a:t>
            </a:r>
          </a:p>
          <a:p>
            <a:r>
              <a:t>- Planejar marketing, licenciamento e receita</a:t>
            </a:r>
          </a:p>
          <a:p>
            <a:r>
              <a:t>- Direcionar e gerenciar a equipe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Criar arte, animações e efeitos visuais</a:t>
            </a:r>
          </a:p>
          <a:p>
            <a:r>
              <a:t>- Produzir trilha sonora e efeitos sonoros</a:t>
            </a:r>
          </a:p>
          <a:p>
            <a:r>
              <a:t>- Desenvolver programação do jogo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Testes internos pela equipe</a:t>
            </a:r>
          </a:p>
          <a:p>
            <a:r>
              <a:t>- Caça e correção de bugs</a:t>
            </a:r>
          </a:p>
          <a:p>
            <a:r>
              <a:t>- Testes beta com público reduzido</a:t>
            </a:r>
          </a:p>
          <a:p>
            <a:r>
              <a:t>- Coleta de feedback para melhorias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do Game Designer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Idealizar e planejar o jogo</a:t>
            </a:r>
          </a:p>
          <a:p>
            <a:r>
              <a:t>- Definir mecânicas, jogabilidade e direção de arte</a:t>
            </a:r>
          </a:p>
          <a:p>
            <a:r>
              <a:t>- Tomar decisões executivas (custos, prazos, cronograma)</a:t>
            </a:r>
          </a:p>
          <a:p>
            <a:r>
              <a:t>- Resolver conflitos criativos e técnicos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Atuação nas Etapas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Pré-produção:</a:t>
            </a:r>
          </a:p>
          <a:p>
            <a:r>
              <a:t>- Decisões criativas e estudo de possibilidades</a:t>
            </a:r>
          </a:p>
          <a:p>
            <a:r>
              <a:t>Produção:</a:t>
            </a:r>
          </a:p>
          <a:p>
            <a:r>
              <a:t>- Direcionar a equipe e manter coerência da jogabilidade</a:t>
            </a:r>
          </a:p>
          <a:p>
            <a:r>
              <a:t>Testes:</a:t>
            </a:r>
          </a:p>
          <a:p>
            <a:r>
              <a:t>- Participar, analisar feedbacks e definir melhorias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GDD (Game Design Document)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Documento que registra decisões do design do jogo</a:t>
            </a:r>
          </a:p>
          <a:p>
            <a:r>
              <a:t>- Serve de guia para toda a equipe</a:t>
            </a:r>
          </a:p>
          <a:p>
            <a:r>
              <a:t>- Game Designer é a voz final, acima do GDD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