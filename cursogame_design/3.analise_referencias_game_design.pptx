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referências</a:t>
            </a:r>
            <a:r>
              <a:rPr dirty="0"/>
              <a:t> para </a:t>
            </a:r>
            <a:r>
              <a:rPr dirty="0" err="1"/>
              <a:t>definir</a:t>
            </a:r>
            <a:r>
              <a:rPr dirty="0"/>
              <a:t> a </a:t>
            </a:r>
            <a:r>
              <a:rPr dirty="0" err="1"/>
              <a:t>jogabilidade</a:t>
            </a:r>
            <a:br>
              <a:rPr dirty="0"/>
            </a:br>
            <a:r>
              <a:rPr dirty="0" err="1"/>
              <a:t>Vamos</a:t>
            </a:r>
            <a:r>
              <a:rPr dirty="0"/>
              <a:t> </a:t>
            </a:r>
            <a:r>
              <a:rPr dirty="0" err="1"/>
              <a:t>explorar</a:t>
            </a:r>
            <a:r>
              <a:rPr dirty="0"/>
              <a:t> </a:t>
            </a:r>
            <a:r>
              <a:rPr dirty="0" err="1"/>
              <a:t>jogos</a:t>
            </a:r>
            <a:r>
              <a:rPr dirty="0"/>
              <a:t> que </a:t>
            </a:r>
            <a:r>
              <a:rPr dirty="0" err="1"/>
              <a:t>inspiram</a:t>
            </a:r>
            <a:r>
              <a:rPr dirty="0"/>
              <a:t> </a:t>
            </a:r>
            <a:r>
              <a:rPr dirty="0" err="1"/>
              <a:t>nosso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, </a:t>
            </a:r>
            <a:r>
              <a:rPr dirty="0" err="1"/>
              <a:t>entendendo</a:t>
            </a:r>
            <a:r>
              <a:rPr dirty="0"/>
              <a:t> </a:t>
            </a:r>
            <a:r>
              <a:rPr dirty="0" err="1"/>
              <a:t>suas</a:t>
            </a:r>
            <a:r>
              <a:rPr dirty="0"/>
              <a:t> </a:t>
            </a:r>
            <a:r>
              <a:rPr dirty="0" err="1"/>
              <a:t>mecânicas</a:t>
            </a:r>
            <a:r>
              <a:rPr dirty="0"/>
              <a:t> para </a:t>
            </a:r>
            <a:r>
              <a:rPr dirty="0" err="1"/>
              <a:t>criar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jogabilidade</a:t>
            </a:r>
            <a:r>
              <a:rPr dirty="0"/>
              <a:t> </a:t>
            </a:r>
            <a:r>
              <a:rPr dirty="0" err="1"/>
              <a:t>envolvente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 1: Capytales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Jogo brasileiro 2D de plataforma.</a:t>
            </a:r>
            <a:br/>
            <a:r>
              <a:t>Protagonista acompanhada por capivaras voadoras que atacam inimigos e obstáculos.</a:t>
            </a:r>
            <a:br/>
            <a:r>
              <a:t>Uso das capivaras para superar desafios é uma mecânica interessante que queremos adaptar.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aprendemos com Capytales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Observamos como as recompensas são apresentadas.</a:t>
            </a:r>
            <a:br/>
            <a:r>
              <a:t>Identificamos ações necessárias para avançar.</a:t>
            </a:r>
            <a:br/>
            <a:r>
              <a:t>Captamos elementos de jogabilidade úteis para nosso jogo.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 2: Seen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Personagem precisa atravessar um cenário cheio de obstáculos.</a:t>
            </a:r>
            <a:br/>
            <a:r>
              <a:t>Objetivo: encontrar a melhor rota e coletar luzes brilhantes com função futura.</a:t>
            </a:r>
            <a:br/>
            <a:r>
              <a:t>Combina companhia de personagens secundários e coleta de itens em ambiente desafiador.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Lições do Seen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Misturar personagem principal com apoio de personagens secundários.</a:t>
            </a:r>
            <a:br/>
            <a:r>
              <a:t>Criar cenários desafiadores que exigem raciocínio e escolha de caminho.</a:t>
            </a:r>
            <a:br/>
            <a:r>
              <a:t>Caminhos errados levam à perda, aumentando a tensão do jogo.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 e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Estudar referências é essencial para entender gamificação e definir mecânicas.</a:t>
            </a:r>
            <a:br/>
            <a:r>
              <a:t>Aplicaremos engenharia reversa para incorporar o que mais gostamos.</a:t>
            </a:r>
            <a:br/>
            <a:r>
              <a:t>Próxima aula: definição detalhada da mecânica para avançar no game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A66DA21-B52A-4EF6-A639-882F4A568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84" y="1384917"/>
            <a:ext cx="8672357" cy="432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58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43DB74C-D12B-4B68-A402-42A928D05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2969"/>
            <a:ext cx="9144000" cy="389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9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0802985-1966-41CF-BC5C-083919F3F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66" y="160566"/>
            <a:ext cx="8123068" cy="629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1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7981EB6-27C1-485E-A58E-AE7644EB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20" y="873136"/>
            <a:ext cx="8993080" cy="492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57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EAC7118-B212-4B4E-B070-49CA4C777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872"/>
            <a:ext cx="9144000" cy="473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21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F8AC275-BFD6-42EA-A40F-EE85C5FBC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19" y="82089"/>
            <a:ext cx="8646851" cy="666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31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1975F-126C-465C-B357-DD01C8AC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o próximo passo?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1445E-106A-4B9B-8FAB-94DE8B5FA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Chegou a hora de você seguir todos os passos realizados até aqui:</a:t>
            </a:r>
          </a:p>
          <a:p>
            <a:r>
              <a:rPr lang="pt-BR" dirty="0"/>
              <a:t>Se dedique a jogar games visando entender a sua mecânica;</a:t>
            </a:r>
          </a:p>
          <a:p>
            <a:r>
              <a:rPr lang="pt-BR" dirty="0"/>
              <a:t>Analise propriedades desejáveis para o seu jogo;</a:t>
            </a:r>
          </a:p>
          <a:p>
            <a:r>
              <a:rPr lang="pt-BR" dirty="0"/>
              <a:t>Comece a pensar na sua mecânica. . Caso já tenha feito, bom trabalho! Se ainda não, é importante que você pesquise e anote suas observações acerca dos jogos analisados, eles serão uma boa base para você definir seu jogo logo adiante.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5709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1E236-F6B9-49E2-B3D5-B177FF00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aprendemos?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610146-6856-45FA-A71F-67ED60D1C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Descobriu como funciona a pipeline de produção de um game;</a:t>
            </a:r>
          </a:p>
          <a:p>
            <a:r>
              <a:rPr lang="pt-BR" dirty="0"/>
              <a:t>Entendeu qual o função da pessoa Game Designer nesse contexto;</a:t>
            </a:r>
          </a:p>
          <a:p>
            <a:r>
              <a:rPr lang="pt-BR" dirty="0"/>
              <a:t>Viu a importância do GDD e de documentar o processo criativo;</a:t>
            </a:r>
          </a:p>
          <a:p>
            <a:r>
              <a:rPr lang="pt-BR" dirty="0"/>
              <a:t>Entendeu como analisar jogos de referência.</a:t>
            </a:r>
          </a:p>
          <a:p>
            <a:r>
              <a:rPr lang="pt-BR" dirty="0"/>
              <a:t>Na próxima aula vamos entender quem é </a:t>
            </a:r>
            <a:r>
              <a:rPr lang="pt-BR" dirty="0" err="1"/>
              <a:t>Jared</a:t>
            </a:r>
            <a:r>
              <a:rPr lang="pt-BR" dirty="0"/>
              <a:t> </a:t>
            </a:r>
            <a:r>
              <a:rPr lang="pt-BR" dirty="0" err="1"/>
              <a:t>Sorensen</a:t>
            </a:r>
            <a:r>
              <a:rPr lang="pt-BR" dirty="0"/>
              <a:t> e a partir daí definir como será nosso jogo. Eu te vejo lá.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0581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364</Words>
  <Application>Microsoft Office PowerPoint</Application>
  <PresentationFormat>Apresentação na tela (4:3)</PresentationFormat>
  <Paragraphs>23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Introdução</vt:lpstr>
      <vt:lpstr>Referência 1: Capytales</vt:lpstr>
      <vt:lpstr>O que aprendemos com Capytales</vt:lpstr>
      <vt:lpstr>Referência 2: Seen</vt:lpstr>
      <vt:lpstr>Lições do Seen</vt:lpstr>
      <vt:lpstr>Conclusão e próximos passos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Qual o próximo passo?</vt:lpstr>
      <vt:lpstr>O que aprendemos?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</dc:title>
  <dc:subject/>
  <dc:creator/>
  <cp:keywords/>
  <dc:description>generated using python-pptx</dc:description>
  <cp:lastModifiedBy>PROFESSOR</cp:lastModifiedBy>
  <cp:revision>5</cp:revision>
  <dcterms:created xsi:type="dcterms:W3CDTF">2013-01-27T09:14:16Z</dcterms:created>
  <dcterms:modified xsi:type="dcterms:W3CDTF">2025-08-12T15:40:02Z</dcterms:modified>
  <cp:category/>
</cp:coreProperties>
</file>