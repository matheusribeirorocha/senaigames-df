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🎮 Curso de Game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 conceito ao protótipo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📌 Público-alvo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Estudantes de Game Design</a:t>
            </a:r>
          </a:p>
          <a:p>
            <a:r>
              <a:t>- Quem quer entrar no mercado de jogos</a:t>
            </a:r>
          </a:p>
          <a:p>
            <a:r>
              <a:t>- Interessados em se especializar no design de games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O que você vai aprender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Criar um GDD (Game Design Document)</a:t>
            </a:r>
          </a:p>
          <a:p>
            <a:r>
              <a:t>2. Definir mecânicas, storytelling e modelo de receita</a:t>
            </a:r>
          </a:p>
          <a:p>
            <a:r>
              <a:t>3. Desenvolver um protótipo funcional</a:t>
            </a:r>
          </a:p>
          <a:p>
            <a:r>
              <a:t>4. Montar apresentação comercial para parceiros</a:t>
            </a:r>
          </a:p>
          <a:p>
            <a:r>
              <a:t>5. Analisar jogos de referência</a:t>
            </a:r>
          </a:p>
          <a:p>
            <a:r>
              <a:t>6. Planejar aspectos artísticos e de viabilidade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Aprender o processo completo de criação de um jogo:</a:t>
            </a:r>
          </a:p>
          <a:p>
            <a:r>
              <a:t>Do conceito inicial → ao protótipo → à apresentação para o mercado.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