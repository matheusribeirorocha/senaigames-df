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987" autoAdjust="0"/>
    <p:restoredTop sz="94660"/>
  </p:normalViewPr>
  <p:slideViewPr>
    <p:cSldViewPr snapToGrid="0">
      <p:cViewPr varScale="1">
        <p:scale>
          <a:sx n="114" d="100"/>
          <a:sy n="114" d="100"/>
        </p:scale>
        <p:origin x="414" y="11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presProps" Target="presProps.xml"/><Relationship Id="rId5" Type="http://schemas.openxmlformats.org/officeDocument/2006/relationships/slide" Target="slides/slide4.xml"/><Relationship Id="rId4" Type="http://schemas.openxmlformats.org/officeDocument/2006/relationships/slide" Target="slides/slide3.xml"/><Relationship Id="rId9" Type="http://schemas.openxmlformats.org/officeDocument/2006/relationships/tableStyles" Target="tableStyle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Slide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154955" y="1447800"/>
            <a:ext cx="8825658" cy="3329581"/>
          </a:xfrm>
        </p:spPr>
        <p:txBody>
          <a:bodyPr anchor="b"/>
          <a:lstStyle>
            <a:lvl1pPr>
              <a:defRPr sz="7200"/>
            </a:lvl1pPr>
          </a:lstStyle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154955" y="4777380"/>
            <a:ext cx="8825658" cy="861420"/>
          </a:xfrm>
        </p:spPr>
        <p:txBody>
          <a:bodyPr anchor="t"/>
          <a:lstStyle>
            <a:lvl1pPr marL="0" indent="0" algn="l">
              <a:buNone/>
              <a:defRPr cap="all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pt-BR"/>
              <a:t>Clique para editar o estilo do subtítulo Mestre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AAD347D-5ACD-4C99-B74B-A9C85AD731AF}" type="datetimeFigureOut">
              <a:rPr lang="en-US" dirty="0"/>
              <a:t>8/12/2025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02111984F565}" type="slidenum">
              <a:rPr lang="en-US" dirty="0"/>
              <a:t>‹nº›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ítulo e Conteú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pt-BR"/>
              <a:t>Editar estilos de texto Mestre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en-US" dirty="0"/>
          </a:p>
        </p:txBody>
      </p:sp>
      <p:sp>
        <p:nvSpPr>
          <p:cNvPr id="7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09A250-FF31-4206-8172-F9D3106AACB1}" type="datetimeFigureOut">
              <a:rPr lang="en-US" dirty="0"/>
              <a:t>8/12/2025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02111984F565}" type="slidenum">
              <a:rPr lang="en-US" dirty="0"/>
              <a:t>‹nº›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Cabeçalho da Seçã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6" y="2861733"/>
            <a:ext cx="8825657" cy="1915647"/>
          </a:xfrm>
        </p:spPr>
        <p:txBody>
          <a:bodyPr anchor="b"/>
          <a:lstStyle>
            <a:lvl1pPr algn="l">
              <a:defRPr sz="4000" b="0" cap="none"/>
            </a:lvl1pPr>
          </a:lstStyle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54955" y="4777381"/>
            <a:ext cx="8825658" cy="860400"/>
          </a:xfrm>
        </p:spPr>
        <p:txBody>
          <a:bodyPr anchor="t"/>
          <a:lstStyle>
            <a:lvl1pPr marL="0" indent="0" algn="l">
              <a:buNone/>
              <a:defRPr sz="2000" cap="all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pt-BR"/>
              <a:t>Editar estilos de texto Mestre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796027F-7875-4030-9381-8BD8C4F21935}" type="datetimeFigureOut">
              <a:rPr lang="en-US" dirty="0"/>
              <a:t>8/12/2025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02111984F565}" type="slidenum">
              <a:rPr lang="en-US" dirty="0"/>
              <a:t>‹nº›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uas Partes de Conteú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103312" y="2060575"/>
            <a:ext cx="4396339" cy="4195763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pt-BR"/>
              <a:t>Editar estilos de texto Mestre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5654493" y="2056092"/>
            <a:ext cx="4396341" cy="4200245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pt-BR"/>
              <a:t>Editar estilos de texto Mestre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796027F-7875-4030-9381-8BD8C4F21935}" type="datetimeFigureOut">
              <a:rPr lang="en-US" dirty="0"/>
              <a:t>8/12/2025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02111984F565}" type="slidenum">
              <a:rPr lang="en-US" dirty="0"/>
              <a:t>‹nº›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çã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03313" y="1905000"/>
            <a:ext cx="4396338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pt-BR"/>
              <a:t>Editar estilos de texto Mestre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103312" y="2514600"/>
            <a:ext cx="4396339" cy="3741738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pt-BR"/>
              <a:t>Editar estilos de texto Mestre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5654495" y="1905000"/>
            <a:ext cx="4396339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pt-BR"/>
              <a:t>Editar estilos de texto Mestre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5654495" y="2514600"/>
            <a:ext cx="4396339" cy="3741738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pt-BR"/>
              <a:t>Editar estilos de texto Mestre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796027F-7875-4030-9381-8BD8C4F21935}" type="datetimeFigureOut">
              <a:rPr lang="en-US" dirty="0"/>
              <a:t>8/12/2025</a:t>
            </a:fld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02111984F565}" type="slidenum">
              <a:rPr lang="en-US" dirty="0"/>
              <a:t>‹nº›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oment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7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09A250-FF31-4206-8172-F9D3106AACB1}" type="datetimeFigureOut">
              <a:rPr lang="en-US" dirty="0"/>
              <a:t>8/12/2025</a:t>
            </a:fld>
            <a:endParaRPr lang="en-US" dirty="0"/>
          </a:p>
        </p:txBody>
      </p:sp>
      <p:sp>
        <p:nvSpPr>
          <p:cNvPr id="5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02111984F565}" type="slidenum">
              <a:rPr lang="en-US" dirty="0"/>
              <a:t>‹nº›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m Br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09A250-FF31-4206-8172-F9D3106AACB1}" type="datetimeFigureOut">
              <a:rPr lang="en-US" dirty="0"/>
              <a:t>8/12/2025</a:t>
            </a:fld>
            <a:endParaRPr lang="en-US" dirty="0"/>
          </a:p>
        </p:txBody>
      </p:sp>
      <p:sp>
        <p:nvSpPr>
          <p:cNvPr id="5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02111984F565}" type="slidenum">
              <a:rPr lang="en-US" dirty="0"/>
              <a:t>‹nº›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údo com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3" y="1447800"/>
            <a:ext cx="3401064" cy="1447800"/>
          </a:xfrm>
        </p:spPr>
        <p:txBody>
          <a:bodyPr anchor="b"/>
          <a:lstStyle>
            <a:lvl1pPr algn="l">
              <a:defRPr sz="2400" b="0"/>
            </a:lvl1pPr>
          </a:lstStyle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784616" y="1447800"/>
            <a:ext cx="5195997" cy="4572000"/>
          </a:xfrm>
        </p:spPr>
        <p:txBody>
          <a:bodyPr anchor="ctr">
            <a:normAutofit/>
          </a:bodyPr>
          <a:lstStyle>
            <a:lvl1pPr>
              <a:defRPr sz="2000"/>
            </a:lvl1pPr>
            <a:lvl2pPr>
              <a:defRPr sz="1800"/>
            </a:lvl2pPr>
            <a:lvl3pPr>
              <a:defRPr sz="1600"/>
            </a:lvl3pPr>
            <a:lvl4pPr>
              <a:defRPr sz="1400"/>
            </a:lvl4pPr>
            <a:lvl5pPr>
              <a:defRPr sz="1400"/>
            </a:lvl5pPr>
            <a:lvl6pPr>
              <a:defRPr sz="1400"/>
            </a:lvl6pPr>
            <a:lvl7pPr>
              <a:defRPr sz="1400"/>
            </a:lvl7pPr>
            <a:lvl8pPr>
              <a:defRPr sz="1400"/>
            </a:lvl8pPr>
            <a:lvl9pPr>
              <a:defRPr sz="1400"/>
            </a:lvl9pPr>
          </a:lstStyle>
          <a:p>
            <a:pPr lvl="0"/>
            <a:r>
              <a:rPr lang="pt-BR"/>
              <a:t>Editar estilos de texto Mestre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54953" y="3129280"/>
            <a:ext cx="3401063" cy="2895599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pt-BR"/>
              <a:t>Editar estilos de texto Mestre</a:t>
            </a:r>
          </a:p>
        </p:txBody>
      </p:sp>
      <p:sp>
        <p:nvSpPr>
          <p:cNvPr id="7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09A250-FF31-4206-8172-F9D3106AACB1}" type="datetimeFigureOut">
              <a:rPr lang="en-US" dirty="0"/>
              <a:t>8/12/2025</a:t>
            </a:fld>
            <a:endParaRPr lang="en-US" dirty="0"/>
          </a:p>
        </p:txBody>
      </p:sp>
      <p:sp>
        <p:nvSpPr>
          <p:cNvPr id="5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02111984F565}" type="slidenum">
              <a:rPr lang="en-US" dirty="0"/>
              <a:t>‹nº›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m com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3907" y="1854192"/>
            <a:ext cx="5092906" cy="1574808"/>
          </a:xfrm>
        </p:spPr>
        <p:txBody>
          <a:bodyPr anchor="b">
            <a:normAutofit/>
          </a:bodyPr>
          <a:lstStyle>
            <a:lvl1pPr algn="l">
              <a:defRPr sz="3600" b="0"/>
            </a:lvl1pPr>
          </a:lstStyle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6949546" y="1143000"/>
            <a:ext cx="3200400" cy="457200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pt-BR"/>
              <a:t>Clique no ícone para adicionar uma imagem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54954" y="3657600"/>
            <a:ext cx="5084979" cy="1371600"/>
          </a:xfrm>
        </p:spPr>
        <p:txBody>
          <a:bodyPr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pt-BR"/>
              <a:t>Editar estilos de texto Mestre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09A250-FF31-4206-8172-F9D3106AACB1}" type="datetimeFigureOut">
              <a:rPr lang="en-US" dirty="0"/>
              <a:t>8/12/2025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02111984F565}" type="slidenum">
              <a:rPr lang="en-US" dirty="0"/>
              <a:t>‹nº›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Foto Panorâmica com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6" y="4800587"/>
            <a:ext cx="8825657" cy="566738"/>
          </a:xfrm>
        </p:spPr>
        <p:txBody>
          <a:bodyPr anchor="b">
            <a:normAutofit/>
          </a:bodyPr>
          <a:lstStyle>
            <a:lvl1pPr algn="l">
              <a:defRPr sz="2400" b="0"/>
            </a:lvl1pPr>
          </a:lstStyle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1154955" y="685800"/>
            <a:ext cx="8825658" cy="3640666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pt-BR"/>
              <a:t>Clique no ícone para adicionar uma imagem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54956" y="5367325"/>
            <a:ext cx="8825656" cy="493712"/>
          </a:xfrm>
        </p:spPr>
        <p:txBody>
          <a:bodyPr>
            <a:normAutofit/>
          </a:bodyPr>
          <a:lstStyle>
            <a:lvl1pPr marL="0" indent="0">
              <a:buNone/>
              <a:defRPr sz="12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pt-BR"/>
              <a:t>Editar estilos de texto Mestre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09A250-FF31-4206-8172-F9D3106AACB1}" type="datetimeFigureOut">
              <a:rPr lang="en-US" dirty="0"/>
              <a:t>8/12/2025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02111984F565}" type="slidenum">
              <a:rPr lang="en-US" dirty="0"/>
              <a:t>‹nº›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ítulo e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4" y="1447800"/>
            <a:ext cx="8825659" cy="1981200"/>
          </a:xfrm>
        </p:spPr>
        <p:txBody>
          <a:bodyPr/>
          <a:lstStyle>
            <a:lvl1pPr>
              <a:defRPr sz="4800"/>
            </a:lvl1pPr>
          </a:lstStyle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8" name="Text Placeholder 3"/>
          <p:cNvSpPr>
            <a:spLocks noGrp="1"/>
          </p:cNvSpPr>
          <p:nvPr>
            <p:ph type="body" sz="half" idx="2"/>
          </p:nvPr>
        </p:nvSpPr>
        <p:spPr>
          <a:xfrm>
            <a:off x="1154954" y="3657600"/>
            <a:ext cx="8825659" cy="2362200"/>
          </a:xfrm>
        </p:spPr>
        <p:txBody>
          <a:bodyPr anchor="ctr">
            <a:normAutofit/>
          </a:bodyPr>
          <a:lstStyle>
            <a:lvl1pPr marL="0" indent="0">
              <a:buNone/>
              <a:defRPr sz="18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pt-BR"/>
              <a:t>Editar estilos de texto Mestre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09A250-FF31-4206-8172-F9D3106AACB1}" type="datetimeFigureOut">
              <a:rPr lang="en-US" dirty="0"/>
              <a:t>8/12/2025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02111984F565}" type="slidenum">
              <a:rPr lang="en-US" dirty="0"/>
              <a:t>‹nº›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itação com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574801" y="1447800"/>
            <a:ext cx="7999315" cy="2323374"/>
          </a:xfrm>
        </p:spPr>
        <p:txBody>
          <a:bodyPr/>
          <a:lstStyle>
            <a:lvl1pPr>
              <a:defRPr sz="4800"/>
            </a:lvl1pPr>
          </a:lstStyle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11" name="Text Placeholder 3"/>
          <p:cNvSpPr>
            <a:spLocks noGrp="1"/>
          </p:cNvSpPr>
          <p:nvPr>
            <p:ph type="body" sz="half" idx="14"/>
          </p:nvPr>
        </p:nvSpPr>
        <p:spPr>
          <a:xfrm>
            <a:off x="1930400" y="3771174"/>
            <a:ext cx="7279649" cy="342174"/>
          </a:xfrm>
        </p:spPr>
        <p:txBody>
          <a:bodyPr vert="horz" lIns="91440" tIns="45720" rIns="91440" bIns="45720" rtlCol="0" anchor="t">
            <a:normAutofit/>
          </a:bodyPr>
          <a:lstStyle>
            <a:lvl1pPr marL="0" indent="0">
              <a:buNone/>
              <a:defRPr lang="en-US" sz="1400" b="0" i="0" kern="1200" cap="small" dirty="0">
                <a:solidFill>
                  <a:schemeClr val="bg2">
                    <a:lumMod val="40000"/>
                    <a:lumOff val="60000"/>
                  </a:schemeClr>
                </a:solidFill>
                <a:latin typeface="+mj-lt"/>
                <a:ea typeface="+mj-ea"/>
                <a:cs typeface="+mj-cs"/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marL="0" lvl="0" indent="0">
              <a:buNone/>
            </a:pPr>
            <a:r>
              <a:rPr lang="pt-BR"/>
              <a:t>Editar estilos de texto Mestre</a:t>
            </a:r>
          </a:p>
        </p:txBody>
      </p:sp>
      <p:sp>
        <p:nvSpPr>
          <p:cNvPr id="10" name="Text Placeholder 3"/>
          <p:cNvSpPr>
            <a:spLocks noGrp="1"/>
          </p:cNvSpPr>
          <p:nvPr>
            <p:ph type="body" sz="half" idx="2"/>
          </p:nvPr>
        </p:nvSpPr>
        <p:spPr>
          <a:xfrm>
            <a:off x="1154954" y="4350657"/>
            <a:ext cx="8825659" cy="1676400"/>
          </a:xfrm>
        </p:spPr>
        <p:txBody>
          <a:bodyPr anchor="ctr">
            <a:normAutofit/>
          </a:bodyPr>
          <a:lstStyle>
            <a:lvl1pPr marL="0" indent="0">
              <a:buNone/>
              <a:defRPr sz="18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pt-BR"/>
              <a:t>Editar estilos de texto Mestre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09A250-FF31-4206-8172-F9D3106AACB1}" type="datetimeFigureOut">
              <a:rPr lang="en-US" dirty="0"/>
              <a:t>8/12/2025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02111984F565}" type="slidenum">
              <a:rPr lang="en-US" dirty="0"/>
              <a:t>‹nº›</a:t>
            </a:fld>
            <a:endParaRPr lang="en-US" dirty="0"/>
          </a:p>
        </p:txBody>
      </p:sp>
      <p:sp>
        <p:nvSpPr>
          <p:cNvPr id="12" name="TextBox 11"/>
          <p:cNvSpPr txBox="1"/>
          <p:nvPr/>
        </p:nvSpPr>
        <p:spPr>
          <a:xfrm>
            <a:off x="898295" y="971253"/>
            <a:ext cx="801912" cy="196977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n-US"/>
            </a:defPPr>
            <a:lvl1pPr algn="r">
              <a:defRPr sz="12200" b="0" i="0">
                <a:solidFill>
                  <a:schemeClr val="bg2">
                    <a:lumMod val="40000"/>
                    <a:lumOff val="60000"/>
                  </a:schemeClr>
                </a:solidFill>
                <a:latin typeface="Arial"/>
                <a:ea typeface="+mj-ea"/>
                <a:cs typeface="+mj-cs"/>
              </a:defRPr>
            </a:lvl1pPr>
          </a:lstStyle>
          <a:p>
            <a:pPr lvl="0"/>
            <a:r>
              <a:rPr lang="en-US" dirty="0"/>
              <a:t>“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330490" y="2613787"/>
            <a:ext cx="801912" cy="196977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n-US"/>
            </a:defPPr>
            <a:lvl1pPr algn="r">
              <a:defRPr sz="12200" b="0" i="0">
                <a:solidFill>
                  <a:schemeClr val="bg2">
                    <a:lumMod val="40000"/>
                    <a:lumOff val="60000"/>
                  </a:schemeClr>
                </a:solidFill>
                <a:latin typeface="Arial"/>
                <a:ea typeface="+mj-ea"/>
                <a:cs typeface="+mj-cs"/>
              </a:defRPr>
            </a:lvl1pPr>
          </a:lstStyle>
          <a:p>
            <a:pPr lvl="0"/>
            <a:r>
              <a:rPr lang="en-US" dirty="0"/>
              <a:t>”</a:t>
            </a:r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artão de Nom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4" y="3124201"/>
            <a:ext cx="8825660" cy="1653180"/>
          </a:xfrm>
        </p:spPr>
        <p:txBody>
          <a:bodyPr anchor="b"/>
          <a:lstStyle>
            <a:lvl1pPr algn="l">
              <a:defRPr sz="4000" b="0" cap="none"/>
            </a:lvl1pPr>
          </a:lstStyle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54954" y="4777381"/>
            <a:ext cx="8825659" cy="860400"/>
          </a:xfrm>
        </p:spPr>
        <p:txBody>
          <a:bodyPr anchor="t"/>
          <a:lstStyle>
            <a:lvl1pPr marL="0" indent="0" algn="l">
              <a:buNone/>
              <a:defRPr sz="2000" cap="none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pt-BR"/>
              <a:t>Editar estilos de texto Mestre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09A250-FF31-4206-8172-F9D3106AACB1}" type="datetimeFigureOut">
              <a:rPr lang="en-US" dirty="0"/>
              <a:t>8/12/2025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02111984F565}" type="slidenum">
              <a:rPr lang="en-US" dirty="0"/>
              <a:t>‹nº›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 Coluna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 sz="4200"/>
            </a:lvl1pPr>
          </a:lstStyle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32947" y="1981200"/>
            <a:ext cx="2946866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pt-BR"/>
              <a:t>Editar estilos de texto Mestre</a:t>
            </a:r>
          </a:p>
        </p:txBody>
      </p:sp>
      <p:sp>
        <p:nvSpPr>
          <p:cNvPr id="16" name="Text Placeholder 3"/>
          <p:cNvSpPr>
            <a:spLocks noGrp="1"/>
          </p:cNvSpPr>
          <p:nvPr>
            <p:ph type="body" sz="half" idx="15"/>
          </p:nvPr>
        </p:nvSpPr>
        <p:spPr>
          <a:xfrm>
            <a:off x="652463" y="2667000"/>
            <a:ext cx="2927350" cy="3589338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pt-BR"/>
              <a:t>Editar estilos de texto Mestre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3883659" y="1981200"/>
            <a:ext cx="2936241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pt-BR"/>
              <a:t>Editar estilos de texto Mestre</a:t>
            </a:r>
          </a:p>
        </p:txBody>
      </p:sp>
      <p:sp>
        <p:nvSpPr>
          <p:cNvPr id="19" name="Text Placeholder 3"/>
          <p:cNvSpPr>
            <a:spLocks noGrp="1"/>
          </p:cNvSpPr>
          <p:nvPr>
            <p:ph type="body" sz="half" idx="16"/>
          </p:nvPr>
        </p:nvSpPr>
        <p:spPr>
          <a:xfrm>
            <a:off x="3873106" y="2667000"/>
            <a:ext cx="2946794" cy="3589338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pt-BR"/>
              <a:t>Editar estilos de texto Mestre</a:t>
            </a:r>
          </a:p>
        </p:txBody>
      </p:sp>
      <p:sp>
        <p:nvSpPr>
          <p:cNvPr id="14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7124700" y="1981200"/>
            <a:ext cx="2932113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pt-BR"/>
              <a:t>Editar estilos de texto Mestre</a:t>
            </a:r>
          </a:p>
        </p:txBody>
      </p:sp>
      <p:sp>
        <p:nvSpPr>
          <p:cNvPr id="20" name="Text Placeholder 3"/>
          <p:cNvSpPr>
            <a:spLocks noGrp="1"/>
          </p:cNvSpPr>
          <p:nvPr>
            <p:ph type="body" sz="half" idx="17"/>
          </p:nvPr>
        </p:nvSpPr>
        <p:spPr>
          <a:xfrm>
            <a:off x="7124700" y="2667000"/>
            <a:ext cx="2932113" cy="3589338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pt-BR"/>
              <a:t>Editar estilos de texto Mestre</a:t>
            </a:r>
          </a:p>
        </p:txBody>
      </p:sp>
      <p:cxnSp>
        <p:nvCxnSpPr>
          <p:cNvPr id="17" name="Straight Connector 16"/>
          <p:cNvCxnSpPr/>
          <p:nvPr/>
        </p:nvCxnSpPr>
        <p:spPr>
          <a:xfrm>
            <a:off x="3726142" y="2133600"/>
            <a:ext cx="0" cy="3962400"/>
          </a:xfrm>
          <a:prstGeom prst="line">
            <a:avLst/>
          </a:prstGeom>
          <a:ln w="12700" cmpd="sng">
            <a:solidFill>
              <a:schemeClr val="bg2">
                <a:lumMod val="40000"/>
                <a:lumOff val="60000"/>
                <a:alpha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" name="Straight Connector 17"/>
          <p:cNvCxnSpPr/>
          <p:nvPr/>
        </p:nvCxnSpPr>
        <p:spPr>
          <a:xfrm>
            <a:off x="6962227" y="2133600"/>
            <a:ext cx="0" cy="3966882"/>
          </a:xfrm>
          <a:prstGeom prst="line">
            <a:avLst/>
          </a:prstGeom>
          <a:ln w="12700" cmpd="sng">
            <a:solidFill>
              <a:schemeClr val="bg2">
                <a:lumMod val="40000"/>
                <a:lumOff val="60000"/>
                <a:alpha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09A250-FF31-4206-8172-F9D3106AACB1}" type="datetimeFigureOut">
              <a:rPr lang="en-US" dirty="0"/>
              <a:t>8/12/2025</a:t>
            </a:fld>
            <a:endParaRPr lang="en-US" dirty="0"/>
          </a:p>
        </p:txBody>
      </p:sp>
      <p:sp>
        <p:nvSpPr>
          <p:cNvPr id="4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02111984F565}" type="slidenum">
              <a:rPr lang="en-US" dirty="0"/>
              <a:t>‹nº›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 Colunas de Imagem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 sz="4200"/>
            </a:lvl1pPr>
          </a:lstStyle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52463" y="4250949"/>
            <a:ext cx="2940050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pt-BR"/>
              <a:t>Editar estilos de texto Mestre</a:t>
            </a:r>
          </a:p>
        </p:txBody>
      </p:sp>
      <p:sp>
        <p:nvSpPr>
          <p:cNvPr id="29" name="Picture Placeholder 2"/>
          <p:cNvSpPr>
            <a:spLocks noGrp="1" noChangeAspect="1"/>
          </p:cNvSpPr>
          <p:nvPr>
            <p:ph type="pic" idx="15"/>
          </p:nvPr>
        </p:nvSpPr>
        <p:spPr>
          <a:xfrm>
            <a:off x="652463" y="2209800"/>
            <a:ext cx="2940050" cy="152400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pt-BR"/>
              <a:t>Clique no ícone para adicionar uma imagem</a:t>
            </a:r>
            <a:endParaRPr lang="en-US" dirty="0"/>
          </a:p>
        </p:txBody>
      </p:sp>
      <p:sp>
        <p:nvSpPr>
          <p:cNvPr id="22" name="Text Placeholder 3"/>
          <p:cNvSpPr>
            <a:spLocks noGrp="1"/>
          </p:cNvSpPr>
          <p:nvPr>
            <p:ph type="body" sz="half" idx="18"/>
          </p:nvPr>
        </p:nvSpPr>
        <p:spPr>
          <a:xfrm>
            <a:off x="652463" y="4827211"/>
            <a:ext cx="2940050" cy="659189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pt-BR"/>
              <a:t>Editar estilos de texto Mestre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3889375" y="4250949"/>
            <a:ext cx="2930525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pt-BR"/>
              <a:t>Editar estilos de texto Mestre</a:t>
            </a:r>
          </a:p>
        </p:txBody>
      </p:sp>
      <p:sp>
        <p:nvSpPr>
          <p:cNvPr id="30" name="Picture Placeholder 2"/>
          <p:cNvSpPr>
            <a:spLocks noGrp="1" noChangeAspect="1"/>
          </p:cNvSpPr>
          <p:nvPr>
            <p:ph type="pic" idx="21"/>
          </p:nvPr>
        </p:nvSpPr>
        <p:spPr>
          <a:xfrm>
            <a:off x="3889374" y="2209800"/>
            <a:ext cx="2930525" cy="152400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pt-BR"/>
              <a:t>Clique no ícone para adicionar uma imagem</a:t>
            </a:r>
            <a:endParaRPr lang="en-US" dirty="0"/>
          </a:p>
        </p:txBody>
      </p:sp>
      <p:sp>
        <p:nvSpPr>
          <p:cNvPr id="23" name="Text Placeholder 3"/>
          <p:cNvSpPr>
            <a:spLocks noGrp="1"/>
          </p:cNvSpPr>
          <p:nvPr>
            <p:ph type="body" sz="half" idx="19"/>
          </p:nvPr>
        </p:nvSpPr>
        <p:spPr>
          <a:xfrm>
            <a:off x="3888022" y="4827210"/>
            <a:ext cx="2934406" cy="659189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pt-BR"/>
              <a:t>Editar estilos de texto Mestre</a:t>
            </a:r>
          </a:p>
        </p:txBody>
      </p:sp>
      <p:sp>
        <p:nvSpPr>
          <p:cNvPr id="14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7124700" y="4250949"/>
            <a:ext cx="2932113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pt-BR"/>
              <a:t>Editar estilos de texto Mestre</a:t>
            </a:r>
          </a:p>
        </p:txBody>
      </p:sp>
      <p:sp>
        <p:nvSpPr>
          <p:cNvPr id="31" name="Picture Placeholder 2"/>
          <p:cNvSpPr>
            <a:spLocks noGrp="1" noChangeAspect="1"/>
          </p:cNvSpPr>
          <p:nvPr>
            <p:ph type="pic" idx="22"/>
          </p:nvPr>
        </p:nvSpPr>
        <p:spPr>
          <a:xfrm>
            <a:off x="7124699" y="2209800"/>
            <a:ext cx="2932113" cy="152400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pt-BR"/>
              <a:t>Clique no ícone para adicionar uma imagem</a:t>
            </a:r>
            <a:endParaRPr lang="en-US" dirty="0"/>
          </a:p>
        </p:txBody>
      </p:sp>
      <p:sp>
        <p:nvSpPr>
          <p:cNvPr id="24" name="Text Placeholder 3"/>
          <p:cNvSpPr>
            <a:spLocks noGrp="1"/>
          </p:cNvSpPr>
          <p:nvPr>
            <p:ph type="body" sz="half" idx="20"/>
          </p:nvPr>
        </p:nvSpPr>
        <p:spPr>
          <a:xfrm>
            <a:off x="7124575" y="4827208"/>
            <a:ext cx="2935997" cy="659189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pt-BR"/>
              <a:t>Editar estilos de texto Mestre</a:t>
            </a:r>
          </a:p>
        </p:txBody>
      </p:sp>
      <p:cxnSp>
        <p:nvCxnSpPr>
          <p:cNvPr id="19" name="Straight Connector 18"/>
          <p:cNvCxnSpPr/>
          <p:nvPr/>
        </p:nvCxnSpPr>
        <p:spPr>
          <a:xfrm>
            <a:off x="3726142" y="2133600"/>
            <a:ext cx="0" cy="3962400"/>
          </a:xfrm>
          <a:prstGeom prst="line">
            <a:avLst/>
          </a:prstGeom>
          <a:ln w="12700" cmpd="sng">
            <a:solidFill>
              <a:schemeClr val="bg2">
                <a:lumMod val="40000"/>
                <a:lumOff val="60000"/>
                <a:alpha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0" name="Straight Connector 19"/>
          <p:cNvCxnSpPr/>
          <p:nvPr/>
        </p:nvCxnSpPr>
        <p:spPr>
          <a:xfrm>
            <a:off x="6962227" y="2133600"/>
            <a:ext cx="0" cy="3966882"/>
          </a:xfrm>
          <a:prstGeom prst="line">
            <a:avLst/>
          </a:prstGeom>
          <a:ln w="12700" cmpd="sng">
            <a:solidFill>
              <a:schemeClr val="bg2">
                <a:lumMod val="40000"/>
                <a:lumOff val="60000"/>
                <a:alpha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09A250-FF31-4206-8172-F9D3106AACB1}" type="datetimeFigureOut">
              <a:rPr lang="en-US" dirty="0"/>
              <a:t>8/12/2025</a:t>
            </a:fld>
            <a:endParaRPr lang="en-US" dirty="0"/>
          </a:p>
        </p:txBody>
      </p:sp>
      <p:sp>
        <p:nvSpPr>
          <p:cNvPr id="4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02111984F565}" type="slidenum">
              <a:rPr lang="en-US" dirty="0"/>
              <a:t>‹nº›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ítulo e Text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 anchor="t" anchorCtr="0"/>
          <a:lstStyle/>
          <a:p>
            <a:pPr lvl="0"/>
            <a:r>
              <a:rPr lang="pt-BR"/>
              <a:t>Editar estilos de texto Mestre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09A250-FF31-4206-8172-F9D3106AACB1}" type="datetimeFigureOut">
              <a:rPr lang="en-US" dirty="0"/>
              <a:t>8/12/2025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02111984F565}" type="slidenum">
              <a:rPr lang="en-US" dirty="0"/>
              <a:t>‹nº›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exto e Títul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304212" y="430213"/>
            <a:ext cx="1752601" cy="5826125"/>
          </a:xfrm>
        </p:spPr>
        <p:txBody>
          <a:bodyPr vert="eaVert" anchor="b" anchorCtr="0"/>
          <a:lstStyle/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52463" y="887414"/>
            <a:ext cx="7423149" cy="5368924"/>
          </a:xfrm>
        </p:spPr>
        <p:txBody>
          <a:bodyPr vert="eaVert"/>
          <a:lstStyle/>
          <a:p>
            <a:pPr lvl="0"/>
            <a:r>
              <a:rPr lang="pt-BR"/>
              <a:t>Editar estilos de texto Mestre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09A250-FF31-4206-8172-F9D3106AACB1}" type="datetimeFigureOut">
              <a:rPr lang="en-US" dirty="0"/>
              <a:t>8/12/2025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02111984F565}" type="slidenum">
              <a:rPr lang="en-US" dirty="0"/>
              <a:t>‹nº›</a:t>
            </a:fld>
            <a:endParaRPr lang="en-US" dirty="0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21" Type="http://schemas.openxmlformats.org/officeDocument/2006/relationships/image" Target="../media/image4.png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20" Type="http://schemas.openxmlformats.org/officeDocument/2006/relationships/image" Target="../media/image3.png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19" Type="http://schemas.openxmlformats.org/officeDocument/2006/relationships/image" Target="../media/image2.png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Relationship Id="rId22" Type="http://schemas.openxmlformats.org/officeDocument/2006/relationships/image" Target="../media/image5.png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3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/>
          <p:cNvPicPr>
            <a:picLocks noChangeAspect="1"/>
          </p:cNvPicPr>
          <p:nvPr/>
        </p:nvPicPr>
        <p:blipFill rotWithShape="1">
          <a:blip r:embed="rId1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613"/>
          <a:stretch/>
        </p:blipFill>
        <p:spPr>
          <a:xfrm>
            <a:off x="0" y="2669685"/>
            <a:ext cx="4037012" cy="4188315"/>
          </a:xfrm>
          <a:prstGeom prst="rect">
            <a:avLst/>
          </a:prstGeom>
        </p:spPr>
      </p:pic>
      <p:pic>
        <p:nvPicPr>
          <p:cNvPr id="7" name="Picture 6"/>
          <p:cNvPicPr>
            <a:picLocks noChangeAspect="1"/>
          </p:cNvPicPr>
          <p:nvPr/>
        </p:nvPicPr>
        <p:blipFill rotWithShape="1">
          <a:blip r:embed="rId20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5640"/>
          <a:stretch/>
        </p:blipFill>
        <p:spPr>
          <a:xfrm>
            <a:off x="0" y="2892347"/>
            <a:ext cx="1522412" cy="2365453"/>
          </a:xfrm>
          <a:prstGeom prst="rect">
            <a:avLst/>
          </a:prstGeom>
        </p:spPr>
      </p:pic>
      <p:sp>
        <p:nvSpPr>
          <p:cNvPr id="16" name="Oval 15"/>
          <p:cNvSpPr/>
          <p:nvPr/>
        </p:nvSpPr>
        <p:spPr>
          <a:xfrm>
            <a:off x="8609012" y="1676400"/>
            <a:ext cx="2819400" cy="2819400"/>
          </a:xfrm>
          <a:prstGeom prst="ellipse">
            <a:avLst/>
          </a:prstGeom>
          <a:gradFill flip="none" rotWithShape="1">
            <a:gsLst>
              <a:gs pos="0">
                <a:schemeClr val="bg2">
                  <a:lumMod val="60000"/>
                  <a:lumOff val="40000"/>
                  <a:alpha val="7000"/>
                </a:schemeClr>
              </a:gs>
              <a:gs pos="69000">
                <a:schemeClr val="bg2">
                  <a:lumMod val="60000"/>
                  <a:lumOff val="40000"/>
                  <a:alpha val="0"/>
                </a:schemeClr>
              </a:gs>
              <a:gs pos="36000">
                <a:schemeClr val="bg2">
                  <a:lumMod val="60000"/>
                  <a:lumOff val="40000"/>
                  <a:alpha val="6000"/>
                </a:schemeClr>
              </a:gs>
            </a:gsLst>
            <a:path path="circle">
              <a:fillToRect l="50000" t="50000" r="50000" b="50000"/>
            </a:path>
            <a:tileRect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pic>
        <p:nvPicPr>
          <p:cNvPr id="9" name="Picture 8"/>
          <p:cNvPicPr>
            <a:picLocks noChangeAspect="1"/>
          </p:cNvPicPr>
          <p:nvPr/>
        </p:nvPicPr>
        <p:blipFill rotWithShape="1">
          <a:blip r:embed="rId2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28813"/>
          <a:stretch/>
        </p:blipFill>
        <p:spPr>
          <a:xfrm>
            <a:off x="7999412" y="0"/>
            <a:ext cx="1603387" cy="1141407"/>
          </a:xfrm>
          <a:prstGeom prst="rect">
            <a:avLst/>
          </a:prstGeom>
        </p:spPr>
      </p:pic>
      <p:pic>
        <p:nvPicPr>
          <p:cNvPr id="10" name="Picture 9"/>
          <p:cNvPicPr>
            <a:picLocks noChangeAspect="1"/>
          </p:cNvPicPr>
          <p:nvPr/>
        </p:nvPicPr>
        <p:blipFill rotWithShape="1">
          <a:blip r:embed="rId2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23320"/>
          <a:stretch/>
        </p:blipFill>
        <p:spPr>
          <a:xfrm>
            <a:off x="8605878" y="6096000"/>
            <a:ext cx="993734" cy="762000"/>
          </a:xfrm>
          <a:prstGeom prst="rect">
            <a:avLst/>
          </a:prstGeom>
        </p:spPr>
      </p:pic>
      <p:sp>
        <p:nvSpPr>
          <p:cNvPr id="14" name="Rectangle 13"/>
          <p:cNvSpPr/>
          <p:nvPr/>
        </p:nvSpPr>
        <p:spPr>
          <a:xfrm>
            <a:off x="10437812" y="0"/>
            <a:ext cx="685800" cy="1143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46111" y="452718"/>
            <a:ext cx="9404723" cy="1400530"/>
          </a:xfrm>
          <a:prstGeom prst="rect">
            <a:avLst/>
          </a:prstGeom>
        </p:spPr>
        <p:txBody>
          <a:bodyPr vert="horz" lIns="91440" tIns="45720" rIns="91440" bIns="45720" rtlCol="0" anchor="t">
            <a:noAutofit/>
          </a:bodyPr>
          <a:lstStyle/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03312" y="2052918"/>
            <a:ext cx="8946541" cy="4195481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pt-BR"/>
              <a:t>Editar estilos de texto Mestre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 rot="5400000">
            <a:off x="10155639" y="1790701"/>
            <a:ext cx="990599" cy="304799"/>
          </a:xfrm>
          <a:prstGeom prst="rect">
            <a:avLst/>
          </a:prstGeom>
        </p:spPr>
        <p:txBody>
          <a:bodyPr vert="horz" lIns="91440" tIns="45720" rIns="91440" bIns="45720" rtlCol="0" anchor="t"/>
          <a:lstStyle>
            <a:lvl1pPr algn="l">
              <a:defRPr sz="1100" b="0" i="0">
                <a:solidFill>
                  <a:schemeClr val="tx1">
                    <a:tint val="75000"/>
                    <a:alpha val="60000"/>
                  </a:schemeClr>
                </a:solidFill>
              </a:defRPr>
            </a:lvl1pPr>
          </a:lstStyle>
          <a:p>
            <a:fld id="{4AAD347D-5ACD-4C99-B74B-A9C85AD731AF}" type="datetimeFigureOut">
              <a:rPr lang="en-US" dirty="0"/>
              <a:t>8/12/2025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 rot="5400000">
            <a:off x="8951573" y="3225297"/>
            <a:ext cx="3859795" cy="304801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100" b="0" i="0">
                <a:solidFill>
                  <a:schemeClr val="tx1">
                    <a:tint val="75000"/>
                    <a:alpha val="60000"/>
                  </a:schemeClr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 bwMode="gray">
          <a:xfrm>
            <a:off x="10352540" y="295729"/>
            <a:ext cx="838199" cy="7676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ctr">
              <a:defRPr sz="2800" b="0" i="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D57F1E4F-1CFF-5643-939E-02111984F565}" type="slidenum">
              <a:rPr lang="en-US" dirty="0"/>
              <a:t>‹nº›</a:t>
            </a:fld>
            <a:endParaRPr lang="en-US" dirty="0"/>
          </a:p>
        </p:txBody>
      </p:sp>
    </p:spTree>
  </p:cSld>
  <p:clrMap bg1="dk1" tx1="lt1" bg2="dk2" tx2="lt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68" r:id="rId9"/>
    <p:sldLayoutId id="2147483667" r:id="rId10"/>
    <p:sldLayoutId id="2147483661" r:id="rId11"/>
    <p:sldLayoutId id="2147483664" r:id="rId12"/>
    <p:sldLayoutId id="2147483662" r:id="rId13"/>
    <p:sldLayoutId id="2147483669" r:id="rId14"/>
    <p:sldLayoutId id="2147483670" r:id="rId15"/>
    <p:sldLayoutId id="2147483658" r:id="rId16"/>
    <p:sldLayoutId id="2147483659" r:id="rId17"/>
  </p:sldLayoutIdLst>
  <p:hf sldNum="0" hdr="0" ftr="0" dt="0"/>
  <p:txStyles>
    <p:titleStyle>
      <a:lvl1pPr algn="l" defTabSz="457200" rtl="0" eaLnBrk="1" latinLnBrk="0" hangingPunct="1">
        <a:spcBef>
          <a:spcPct val="0"/>
        </a:spcBef>
        <a:buNone/>
        <a:defRPr sz="4200" b="0" i="0" kern="1200">
          <a:solidFill>
            <a:schemeClr val="tx2"/>
          </a:solidFill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342900" indent="-342900" algn="l" defTabSz="457200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2000" b="0" i="0" kern="1200">
          <a:solidFill>
            <a:schemeClr val="tx1"/>
          </a:solidFill>
          <a:latin typeface="+mj-lt"/>
          <a:ea typeface="+mj-ea"/>
          <a:cs typeface="+mj-cs"/>
        </a:defRPr>
      </a:lvl1pPr>
      <a:lvl2pPr marL="742950" indent="-285750" algn="l" defTabSz="457200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1800" b="0" i="0" kern="1200">
          <a:solidFill>
            <a:schemeClr val="tx1"/>
          </a:solidFill>
          <a:latin typeface="+mj-lt"/>
          <a:ea typeface="+mj-ea"/>
          <a:cs typeface="+mj-cs"/>
        </a:defRPr>
      </a:lvl2pPr>
      <a:lvl3pPr marL="1143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1600" b="0" i="0" kern="1200">
          <a:solidFill>
            <a:schemeClr val="tx1"/>
          </a:solidFill>
          <a:latin typeface="+mj-lt"/>
          <a:ea typeface="+mj-ea"/>
          <a:cs typeface="+mj-cs"/>
        </a:defRPr>
      </a:lvl3pPr>
      <a:lvl4pPr marL="1600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1400" b="0" i="0" kern="1200">
          <a:solidFill>
            <a:schemeClr val="tx1"/>
          </a:solidFill>
          <a:latin typeface="+mj-lt"/>
          <a:ea typeface="+mj-ea"/>
          <a:cs typeface="+mj-cs"/>
        </a:defRPr>
      </a:lvl4pPr>
      <a:lvl5pPr marL="20574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1400" b="0" i="0" kern="1200">
          <a:solidFill>
            <a:schemeClr val="tx1"/>
          </a:solidFill>
          <a:latin typeface="+mj-lt"/>
          <a:ea typeface="+mj-ea"/>
          <a:cs typeface="+mj-cs"/>
        </a:defRPr>
      </a:lvl5pPr>
      <a:lvl6pPr marL="2506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1400" b="0" i="0" kern="1200">
          <a:solidFill>
            <a:schemeClr val="tx1"/>
          </a:solidFill>
          <a:latin typeface="+mj-lt"/>
          <a:ea typeface="+mj-ea"/>
          <a:cs typeface="+mj-cs"/>
        </a:defRPr>
      </a:lvl6pPr>
      <a:lvl7pPr marL="29718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1400" b="0" i="0" kern="1200">
          <a:solidFill>
            <a:schemeClr val="tx1"/>
          </a:solidFill>
          <a:latin typeface="+mj-lt"/>
          <a:ea typeface="+mj-ea"/>
          <a:cs typeface="+mj-cs"/>
        </a:defRPr>
      </a:lvl7pPr>
      <a:lvl8pPr marL="3429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1400" b="0" i="0" kern="1200">
          <a:solidFill>
            <a:schemeClr val="tx1"/>
          </a:solidFill>
          <a:latin typeface="+mj-lt"/>
          <a:ea typeface="+mj-ea"/>
          <a:cs typeface="+mj-cs"/>
        </a:defRPr>
      </a:lvl8pPr>
      <a:lvl9pPr marL="3886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1400" b="0" i="0" kern="1200">
          <a:solidFill>
            <a:schemeClr val="tx1"/>
          </a:solidFill>
          <a:latin typeface="+mj-lt"/>
          <a:ea typeface="+mj-ea"/>
          <a:cs typeface="+mj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71563383-F9C7-4CF4-ABD7-A24F3D2E5C79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pt-BR" dirty="0"/>
              <a:t>Criando o site do jogo</a:t>
            </a:r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11F6BF14-B0D2-4173-B683-4DC6BC386E0B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788019884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m 1">
            <a:extLst>
              <a:ext uri="{FF2B5EF4-FFF2-40B4-BE49-F238E27FC236}">
                <a16:creationId xmlns:a16="http://schemas.microsoft.com/office/drawing/2014/main" id="{8D768372-9F10-489B-9526-130BBA96B08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68341" y="1218150"/>
            <a:ext cx="10766177" cy="406691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29810080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F7205535-2522-4BF1-98C8-7F861976A60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46111" y="452718"/>
            <a:ext cx="10435746" cy="1400530"/>
          </a:xfrm>
        </p:spPr>
        <p:txBody>
          <a:bodyPr/>
          <a:lstStyle/>
          <a:p>
            <a:r>
              <a:rPr lang="pt-BR" b="1" dirty="0" err="1"/>
              <a:t>Prompt</a:t>
            </a:r>
            <a:r>
              <a:rPr lang="pt-BR" b="1" dirty="0"/>
              <a:t> </a:t>
            </a:r>
            <a:r>
              <a:rPr lang="pt-BR" b="1" dirty="0" err="1"/>
              <a:t>Engineering</a:t>
            </a:r>
            <a:r>
              <a:rPr lang="pt-BR" b="1" dirty="0"/>
              <a:t> orientado a tarefa"</a:t>
            </a:r>
            <a:r>
              <a:rPr lang="pt-BR" dirty="0"/>
              <a:t> (ou </a:t>
            </a:r>
            <a:r>
              <a:rPr lang="pt-BR" b="1" dirty="0" err="1"/>
              <a:t>Task-oriented</a:t>
            </a:r>
            <a:r>
              <a:rPr lang="pt-BR" b="1" dirty="0"/>
              <a:t> </a:t>
            </a:r>
            <a:r>
              <a:rPr lang="pt-BR" b="1" dirty="0" err="1"/>
              <a:t>Prompt</a:t>
            </a:r>
            <a:r>
              <a:rPr lang="pt-BR" b="1" dirty="0"/>
              <a:t> </a:t>
            </a:r>
            <a:r>
              <a:rPr lang="pt-BR" b="1" dirty="0" err="1"/>
              <a:t>Engineering</a:t>
            </a:r>
            <a:r>
              <a:rPr lang="pt-BR" dirty="0"/>
              <a:t>).</a:t>
            </a:r>
            <a:br>
              <a:rPr lang="pt-BR" dirty="0"/>
            </a:br>
            <a:endParaRPr lang="pt-BR" dirty="0"/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A059D698-077C-4CF7-BC83-E566903E6BD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pt-BR" b="1" dirty="0"/>
              <a:t>Por quê?</a:t>
            </a:r>
          </a:p>
          <a:p>
            <a:r>
              <a:rPr lang="pt-BR" dirty="0"/>
              <a:t>Você está dando uma </a:t>
            </a:r>
            <a:r>
              <a:rPr lang="pt-BR" b="1" dirty="0"/>
              <a:t>instrução clara, específica e detalhada</a:t>
            </a:r>
            <a:r>
              <a:rPr lang="pt-BR" dirty="0"/>
              <a:t>, definindo exatamente o que quer que o modelo faça (melhorar uma página web), com requisitos técnicos (</a:t>
            </a:r>
            <a:r>
              <a:rPr lang="pt-BR" dirty="0" err="1"/>
              <a:t>Bootstrap</a:t>
            </a:r>
            <a:r>
              <a:rPr lang="pt-BR" dirty="0"/>
              <a:t>, mobile </a:t>
            </a:r>
            <a:r>
              <a:rPr lang="pt-BR" dirty="0" err="1"/>
              <a:t>first</a:t>
            </a:r>
            <a:r>
              <a:rPr lang="pt-BR" dirty="0"/>
              <a:t>, </a:t>
            </a:r>
            <a:r>
              <a:rPr lang="pt-BR" dirty="0" err="1"/>
              <a:t>cards</a:t>
            </a:r>
            <a:r>
              <a:rPr lang="pt-BR" dirty="0"/>
              <a:t> estilo </a:t>
            </a:r>
            <a:r>
              <a:rPr lang="pt-BR" dirty="0" err="1"/>
              <a:t>marketplace</a:t>
            </a:r>
            <a:r>
              <a:rPr lang="pt-BR" dirty="0"/>
              <a:t>), visuais (logos, centralização), temáticos (tecnologia, jovem, ousado) e funcionais (evento, jogos).</a:t>
            </a:r>
          </a:p>
          <a:p>
            <a:r>
              <a:rPr lang="pt-BR" dirty="0"/>
              <a:t>O foco está em direcionar o modelo a </a:t>
            </a:r>
            <a:r>
              <a:rPr lang="pt-BR" b="1" dirty="0"/>
              <a:t>cumprir uma tarefa complexa e multifacetada</a:t>
            </a:r>
            <a:r>
              <a:rPr lang="pt-BR" dirty="0"/>
              <a:t>, combinando design, estrutura, responsividade e estilo, tudo de uma vez.</a:t>
            </a:r>
          </a:p>
          <a:p>
            <a:endParaRPr lang="pt-BR" dirty="0"/>
          </a:p>
        </p:txBody>
      </p:sp>
    </p:spTree>
    <p:extLst>
      <p:ext uri="{BB962C8B-B14F-4D97-AF65-F5344CB8AC3E}">
        <p14:creationId xmlns:p14="http://schemas.microsoft.com/office/powerpoint/2010/main" val="2853936644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m 1">
            <a:extLst>
              <a:ext uri="{FF2B5EF4-FFF2-40B4-BE49-F238E27FC236}">
                <a16:creationId xmlns:a16="http://schemas.microsoft.com/office/drawing/2014/main" id="{7AD92B12-A233-40CD-9C8A-003CEC4915C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93785" y="755008"/>
            <a:ext cx="11168371" cy="562901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38293304"/>
      </p:ext>
    </p:extLst>
  </p:cSld>
  <p:clrMapOvr>
    <a:masterClrMapping/>
  </p:clrMapOvr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Íon">
  <a:themeElements>
    <a:clrScheme name="Ion">
      <a:dk1>
        <a:sysClr val="windowText" lastClr="000000"/>
      </a:dk1>
      <a:lt1>
        <a:sysClr val="window" lastClr="FFFFFF"/>
      </a:lt1>
      <a:dk2>
        <a:srgbClr val="1E5155"/>
      </a:dk2>
      <a:lt2>
        <a:srgbClr val="EBEBEB"/>
      </a:lt2>
      <a:accent1>
        <a:srgbClr val="B01513"/>
      </a:accent1>
      <a:accent2>
        <a:srgbClr val="EA6312"/>
      </a:accent2>
      <a:accent3>
        <a:srgbClr val="E6B729"/>
      </a:accent3>
      <a:accent4>
        <a:srgbClr val="6AAC90"/>
      </a:accent4>
      <a:accent5>
        <a:srgbClr val="54849A"/>
      </a:accent5>
      <a:accent6>
        <a:srgbClr val="9E5E9B"/>
      </a:accent6>
      <a:hlink>
        <a:srgbClr val="58C1BA"/>
      </a:hlink>
      <a:folHlink>
        <a:srgbClr val="9DFFCB"/>
      </a:folHlink>
    </a:clrScheme>
    <a:fontScheme name="Ion">
      <a:majorFont>
        <a:latin typeface="Century Gothic" panose="020B0502020202020204"/>
        <a:ea typeface=""/>
        <a:cs typeface=""/>
        <a:font script="Jpan" typeface="メイリオ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entury Gothic" panose="020B0502020202020204"/>
        <a:ea typeface=""/>
        <a:cs typeface=""/>
        <a:font script="Jpan" typeface="メイリオ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Ion">
      <a:fillStyleLst>
        <a:solidFill>
          <a:schemeClr val="phClr"/>
        </a:solidFill>
        <a:gradFill rotWithShape="1">
          <a:gsLst>
            <a:gs pos="0">
              <a:schemeClr val="phClr">
                <a:tint val="64000"/>
                <a:lumMod val="118000"/>
              </a:schemeClr>
            </a:gs>
            <a:gs pos="100000">
              <a:schemeClr val="phClr">
                <a:tint val="92000"/>
                <a:alpha val="100000"/>
                <a:lumMod val="110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8000"/>
                <a:lumMod val="114000"/>
              </a:schemeClr>
            </a:gs>
            <a:gs pos="100000">
              <a:schemeClr val="phClr">
                <a:shade val="90000"/>
                <a:lumMod val="84000"/>
              </a:schemeClr>
            </a:gs>
          </a:gsLst>
          <a:lin ang="5400000" scaled="0"/>
        </a:gradFill>
      </a:fillStyleLst>
      <a:lnStyleLst>
        <a:ln w="9525" cap="rnd" cmpd="sng" algn="ctr">
          <a:solidFill>
            <a:schemeClr val="phClr"/>
          </a:solidFill>
          <a:prstDash val="solid"/>
        </a:ln>
        <a:ln w="19050" cap="rnd" cmpd="sng" algn="ctr">
          <a:solidFill>
            <a:schemeClr val="phClr"/>
          </a:solidFill>
          <a:prstDash val="solid"/>
        </a:ln>
        <a:ln w="28575" cap="rnd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5400000" rotWithShape="0">
              <a:srgbClr val="000000">
                <a:alpha val="45000"/>
              </a:srgbClr>
            </a:outerShdw>
          </a:effectLst>
        </a:effectStyle>
        <a:effectStyle>
          <a:effectLst>
            <a:outerShdw blurRad="63500" dist="38100" dir="5400000" rotWithShape="0">
              <a:srgbClr val="000000">
                <a:alpha val="60000"/>
              </a:srgbClr>
            </a:outerShdw>
          </a:effectLst>
          <a:scene3d>
            <a:camera prst="orthographicFront">
              <a:rot lat="0" lon="0" rev="0"/>
            </a:camera>
            <a:lightRig rig="threePt" dir="tl"/>
          </a:scene3d>
          <a:sp3d prstMaterial="plastic">
            <a:bevelT w="0" h="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7000"/>
                <a:hueMod val="88000"/>
                <a:satMod val="130000"/>
                <a:lumMod val="124000"/>
              </a:schemeClr>
            </a:gs>
            <a:gs pos="100000">
              <a:schemeClr val="phClr">
                <a:tint val="96000"/>
                <a:shade val="88000"/>
                <a:hueMod val="108000"/>
                <a:satMod val="164000"/>
                <a:lumMod val="76000"/>
              </a:schemeClr>
            </a:gs>
          </a:gsLst>
          <a:path path="circle">
            <a:fillToRect l="45000" t="65000" r="125000" b="100000"/>
          </a:path>
        </a:gradFill>
        <a:blipFill rotWithShape="1">
          <a:blip xmlns:r="http://schemas.openxmlformats.org/officeDocument/2006/relationships" r:embed="rId1">
            <a:duotone>
              <a:schemeClr val="phClr">
                <a:shade val="69000"/>
                <a:hueMod val="108000"/>
                <a:satMod val="164000"/>
                <a:lumMod val="74000"/>
              </a:schemeClr>
              <a:schemeClr val="phClr">
                <a:tint val="96000"/>
                <a:hueMod val="88000"/>
                <a:satMod val="140000"/>
                <a:lumMod val="132000"/>
              </a:schemeClr>
            </a:duotone>
          </a:blip>
          <a:stretch/>
        </a:blip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Ion" id="{B8441ADB-2E43-4AF7-B97A-BD870242C6A8}" vid="{292E63A9-BB86-4E3D-B92A-7223C6510D2E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Ion</Template>
  <TotalTime>2</TotalTime>
  <Words>110</Words>
  <Application>Microsoft Office PowerPoint</Application>
  <PresentationFormat>Widescreen</PresentationFormat>
  <Paragraphs>5</Paragraphs>
  <Slides>4</Slides>
  <Notes>0</Notes>
  <HiddenSlides>0</HiddenSlides>
  <MMClips>0</MMClips>
  <ScaleCrop>false</ScaleCrop>
  <HeadingPairs>
    <vt:vector size="6" baseType="variant">
      <vt:variant>
        <vt:lpstr>Fontes usadas</vt:lpstr>
      </vt:variant>
      <vt:variant>
        <vt:i4>3</vt:i4>
      </vt:variant>
      <vt:variant>
        <vt:lpstr>Tema</vt:lpstr>
      </vt:variant>
      <vt:variant>
        <vt:i4>1</vt:i4>
      </vt:variant>
      <vt:variant>
        <vt:lpstr>Títulos de slides</vt:lpstr>
      </vt:variant>
      <vt:variant>
        <vt:i4>4</vt:i4>
      </vt:variant>
    </vt:vector>
  </HeadingPairs>
  <TitlesOfParts>
    <vt:vector size="8" baseType="lpstr">
      <vt:lpstr>Arial</vt:lpstr>
      <vt:lpstr>Century Gothic</vt:lpstr>
      <vt:lpstr>Wingdings 3</vt:lpstr>
      <vt:lpstr>Íon</vt:lpstr>
      <vt:lpstr>Criando o site do jogo</vt:lpstr>
      <vt:lpstr>Apresentação do PowerPoint</vt:lpstr>
      <vt:lpstr>Prompt Engineering orientado a tarefa" (ou Task-oriented Prompt Engineering). </vt:lpstr>
      <vt:lpstr>Apresentação do PowerPoint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Criando o site do jogo</dc:title>
  <dc:creator>PROFESSOR</dc:creator>
  <cp:lastModifiedBy>PROFESSOR</cp:lastModifiedBy>
  <cp:revision>2</cp:revision>
  <dcterms:created xsi:type="dcterms:W3CDTF">2025-08-12T15:34:48Z</dcterms:created>
  <dcterms:modified xsi:type="dcterms:W3CDTF">2025-08-12T15:37:47Z</dcterms:modified>
</cp:coreProperties>
</file>